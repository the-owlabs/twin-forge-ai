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74" r:id="rId15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Relationship Id="rId6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Relationship Id="rId3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sp>
        <p:nvSpPr>
          <p:cNvPr id="1002" name="Architecture notes"/>
          <p:cNvSpPr txBox="1"/>
          <p:nvPr/>
        </p:nvSpPr>
        <p:spPr>
          <a:xfrm>
            <a:off x="5720000" y="1115568"/>
            <a:ext cx="3058240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  <p:pic>
        <p:nvPicPr>
          <p:cNvPr id="1003" name="Architecture diagram" descr="proposed_solution_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115568"/>
            <a:ext cx="5113625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(1/2)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(2/2)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  <p:sp>
        <p:nvSpPr>
          <p:cNvPr id="1109" name="Cloud SQL chip"/>
          <p:cNvSpPr/>
          <p:nvPr/>
        </p:nvSpPr>
        <p:spPr>
          <a:xfrm>
            <a:off x="7608305" y="2322576"/>
            <a:ext cx="10300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0" name="Cloud SQL logo" descr="cloud_sql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718033" y="2377440"/>
            <a:ext cx="164592" cy="164592"/>
          </a:xfrm>
          <a:prstGeom prst="rect">
            <a:avLst/>
          </a:prstGeom>
        </p:spPr>
      </p:pic>
      <p:sp>
        <p:nvSpPr>
          <p:cNvPr id="1111" name="Cloud SQL label"/>
          <p:cNvSpPr txBox="1"/>
          <p:nvPr/>
        </p:nvSpPr>
        <p:spPr>
          <a:xfrm>
            <a:off x="7946633" y="2322576"/>
            <a:ext cx="6000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02124"/>
                </a:solidFill>
                <a:latin typeface="Google Sans Flex Medium"/>
              </a:rPr>
              <a:t>Cloud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