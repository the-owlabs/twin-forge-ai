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six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specialist agents stream findings with evidence, from observe to recommend.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