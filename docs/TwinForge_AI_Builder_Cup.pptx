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73" r:id="rId20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590000"/>
            <a:ext cx="2395728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19">
                <a:solidFill>
                  <a:srgbClr val="5F6368"/>
                </a:solidFill>
                <a:latin typeface="Google Sans Flex"/>
              </a:defRPr>
            </a:pPr>
            <a:r>
              <a:rPr sz="950">
                <a:solidFill>
                  <a:srgbClr val="5F6368"/>
                </a:solidFill>
                <a:latin typeface="Google Sans Flex"/>
              </a:rPr>
              <a:t>Predictive Maintenance to anticipate equipment failures, Demand Forecasting to optimize production planning, and Supply Chain Intelligence to identify disruptions.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</a:t>
            </a:r>
          </a:p>
        </p:txBody>
      </p:sp>
      <p:pic>
        <p:nvPicPr>
          <p:cNvPr id="112" name="Picture 111" descr="predictive_maintenance_archite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9303" y="1140000"/>
            <a:ext cx="2762697" cy="1840000"/>
          </a:xfrm>
          <a:prstGeom prst="rect">
            <a:avLst/>
          </a:prstGeom>
        </p:spPr>
      </p:pic>
      <p:pic>
        <p:nvPicPr>
          <p:cNvPr id="113" name="Picture 112" descr="demand_forecasting_architectu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2000" y="1140000"/>
            <a:ext cx="2762697" cy="1840000"/>
          </a:xfrm>
          <a:prstGeom prst="rect">
            <a:avLst/>
          </a:prstGeom>
        </p:spPr>
      </p:pic>
      <p:pic>
        <p:nvPicPr>
          <p:cNvPr id="114" name="Picture 113" descr="supply_chain_intelligence_architectu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9303" y="3080000"/>
            <a:ext cx="2762697" cy="1840000"/>
          </a:xfrm>
          <a:prstGeom prst="rect">
            <a:avLst/>
          </a:prstGeom>
        </p:spPr>
      </p:pic>
      <p:pic>
        <p:nvPicPr>
          <p:cNvPr id="115" name="Picture 114" descr="visual_quality_inspection_architectur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2000" y="3080000"/>
            <a:ext cx="2762697" cy="184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